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z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rgbClr val="14253D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z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svgz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svgz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svgz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svgz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2026 OSCamp 实习总结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SG2002 WiFi 优化与 ax-net 网络观测</a:t>
            </a:r>
            <a:br/>
            <a:br/>
            <a:r>
              <a:rPr/>
              <a:t>刘柯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工作主线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要解决的问题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形成的能力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SG2002 WiFi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上行停顿、D80 适配、每包 SDIO 固定开销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稳定收发与多帧聚合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ax-net / eBPF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吞吐数字无法定位阻塞层次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接口计数、队列快照、静态事件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WiFi：问题从哪里来</a:t>
            </a:r>
          </a:p>
        </p:txBody>
      </p:sp>
      <p:pic>
        <p:nvPicPr>
          <p:cNvPr descr="assets/wifi_wai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WiFi：修复完成等待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关键边界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处理方式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完成通知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使能 </a:t>
                      </a:r>
                      <a:r>
                        <a:rPr>
                          <a:latin typeface="Courier"/>
                        </a:rPr>
                        <a:t>XFER_COMPLETE</a:t>
                      </a:r>
                      <a:r>
                        <a:rPr/>
                        <a:t>；中断只屏蔽信号并唤醒，任务消费粘滞状态位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丢唤醒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状态复检与等待入队放入同一关中断临界区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状态清理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选择性 W1C，避免并发命令抹掉另一传输的完成位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MMIO 顺序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轮询前排空写缓冲，避免漏读完成状态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WiFi：重构后的驱动结构</a:t>
            </a:r>
          </a:p>
        </p:txBody>
      </p:sp>
      <p:pic>
        <p:nvPicPr>
          <p:cNvPr descr="assets/wifi_stack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D80 适配：三类故障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现象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根因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修复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启动卡在固件回复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刚唤醒时寄存器读回旧值；设备中断使能太晚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调整写后检查；ROM 邮箱通信前启用中断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 命令成功却搜不到热点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 接口编号硬编码为 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采用固件分配的 vif 编号，校验确认状态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负载数秒后收发停摆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D80 额度 128 被七位掩码读成 0；重试时中断未重挂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按 V3 解码额度与长度；重试允许中断重新使能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WiFi：发送瓶颈在“每包固定成本”</a:t>
            </a:r>
          </a:p>
        </p:txBody>
      </p:sp>
      <p:pic>
        <p:nvPicPr>
          <p:cNvPr descr="assets/tx_aggrega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WiFi：聚合、额度缓存与有界续接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多帧一笔写：</a:t>
            </a:r>
            <a:r>
              <a:rPr/>
              <a:t> 帧内按 4 字节对齐，整笔末尾再补到 512 字节块边界；板级上限为 32 帧、49,152 字节。</a:t>
            </a:r>
          </a:p>
          <a:p>
            <a:pPr lvl="0" indent="-342900" marL="342900">
              <a:buAutoNum type="arabicPeriod"/>
            </a:pPr>
            <a:r>
              <a:rPr b="1"/>
              <a:t>额度缓存：</a:t>
            </a:r>
            <a:r>
              <a:rPr/>
              <a:t> D80 读完整 8 位，每发一包扣一个额度，给命令保留两个；命令流量和取消使缓存失效。</a:t>
            </a:r>
          </a:p>
          <a:p>
            <a:pPr lvl="0" indent="-342900" marL="342900">
              <a:buAutoNum type="arabicPeriod"/>
            </a:pPr>
            <a:r>
              <a:rPr b="1"/>
              <a:t>薄池有界等待：</a:t>
            </a:r>
            <a:r>
              <a:rPr/>
              <a:t> 每次 300 µs、最多 8 次；不足时按现有额度发出，不无限等批次。</a:t>
            </a:r>
          </a:p>
          <a:p>
            <a:pPr lvl="0" indent="-342900" marL="342900">
              <a:buAutoNum type="arabicPeriod"/>
            </a:pPr>
            <a:r>
              <a:rPr b="1"/>
              <a:t>完成后续接：</a:t>
            </a:r>
            <a:r>
              <a:rPr/>
              <a:t> 队列有帧且额度允许就准备下一笔，但每轮最多续接一次，给接收扫描留机会。</a:t>
            </a:r>
          </a:p>
          <a:p>
            <a:pPr lvl="0" indent="0" marL="0">
              <a:buNone/>
            </a:pPr>
            <a:r>
              <a:rPr/>
              <a:t>边界处理保证取消、停机、事件队列满时，发送缓冲只归还一次。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WiFi：吞吐结果</a:t>
            </a:r>
          </a:p>
        </p:txBody>
      </p:sp>
      <p:pic>
        <p:nvPicPr>
          <p:cNvPr descr="assets/throughpu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WiFi：如何确认收益来自驱动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相邻 WiFi 会话的板卡接收/发送曾从 </a:t>
            </a:r>
            <a:r>
              <a:rPr b="1"/>
              <a:t>15.7/2.50</a:t>
            </a:r>
            <a:r>
              <a:rPr/>
              <a:t> 变为 </a:t>
            </a:r>
            <a:r>
              <a:rPr b="1"/>
              <a:t>30.6/26.9 Mbps</a:t>
            </a:r>
            <a:r>
              <a:rPr/>
              <a:t>；跨会话吞吐不能单独用作归因。</a:t>
            </a:r>
          </a:p>
          <a:p>
            <a:pPr lvl="0"/>
            <a:r>
              <a:rPr/>
              <a:t>采用同会话 A/B/A 交替对照，并记录链路速率、信号强度和驱动机制计数。</a:t>
            </a:r>
          </a:p>
          <a:p>
            <a:pPr lvl="0"/>
            <a:r>
              <a:rPr/>
              <a:t>放宽聚合上限后，同会话每笔写入 </a:t>
            </a:r>
            <a:r>
              <a:rPr b="1"/>
              <a:t>5,638 → 18,730 字节</a:t>
            </a:r>
            <a:r>
              <a:rPr/>
              <a:t>，单位字节成本 </a:t>
            </a:r>
            <a:r>
              <a:rPr b="1"/>
              <a:t>189 → 144 ns/B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/>
              <a:t>结论：机制计数直接支持“摊薄每笔 SDIO 固定开销”；端到端速率仍受空口状态影响。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ax-net：从总量到具体状态转移</a:t>
            </a:r>
          </a:p>
        </p:txBody>
      </p:sp>
      <p:pic>
        <p:nvPicPr>
          <p:cNvPr descr="assets/observe_layer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ax-net：六个可复用的静态事件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队列推进：</a:t>
            </a:r>
            <a:r>
              <a:rPr/>
              <a:t> </a:t>
            </a:r>
            <a:r>
              <a:rPr>
                <a:latin typeface="Courier"/>
              </a:rPr>
              <a:t>queue_poll_round</a:t>
            </a:r>
            <a:r>
              <a:rPr/>
              <a:t> 报一轮结果；</a:t>
            </a:r>
            <a:r>
              <a:rPr>
                <a:latin typeface="Courier"/>
              </a:rPr>
              <a:t>queue_rearm</a:t>
            </a:r>
            <a:r>
              <a:rPr/>
              <a:t> 报重新使能未空闲的原因。</a:t>
            </a:r>
          </a:p>
          <a:p>
            <a:pPr lvl="0"/>
            <a:r>
              <a:rPr b="1"/>
              <a:t>背压：</a:t>
            </a:r>
            <a:r>
              <a:rPr/>
              <a:t> </a:t>
            </a:r>
            <a:r>
              <a:rPr>
                <a:latin typeface="Courier"/>
              </a:rPr>
              <a:t>queue_backpressure</a:t>
            </a:r>
            <a:r>
              <a:rPr/>
              <a:t> 只报可重试的 TX 提交或 RX 补投拒绝。</a:t>
            </a:r>
          </a:p>
          <a:p>
            <a:pPr lvl="0"/>
            <a:r>
              <a:rPr b="1"/>
              <a:t>帧交接：</a:t>
            </a:r>
            <a:r>
              <a:rPr/>
              <a:t> </a:t>
            </a:r>
            <a:r>
              <a:rPr>
                <a:latin typeface="Courier"/>
              </a:rPr>
              <a:t>tx_submit</a:t>
            </a:r>
            <a:r>
              <a:rPr/>
              <a:t> 报驱动接纳；</a:t>
            </a:r>
            <a:r>
              <a:rPr>
                <a:latin typeface="Courier"/>
              </a:rPr>
              <a:t>rx_publish</a:t>
            </a:r>
            <a:r>
              <a:rPr/>
              <a:t> 报协议侧队列接纳。</a:t>
            </a:r>
          </a:p>
          <a:p>
            <a:pPr lvl="0"/>
            <a:r>
              <a:rPr b="1"/>
              <a:t>协议执行：</a:t>
            </a:r>
            <a:r>
              <a:rPr/>
              <a:t> </a:t>
            </a:r>
            <a:r>
              <a:rPr>
                <a:latin typeface="Courier"/>
              </a:rPr>
              <a:t>proto_yield</a:t>
            </a:r>
            <a:r>
              <a:rPr/>
              <a:t> 报预算耗尽后的让出及是否仍有待办。</a:t>
            </a:r>
          </a:p>
          <a:p>
            <a:pPr lvl="0" indent="0" marL="0">
              <a:buNone/>
            </a:pPr>
            <a:r>
              <a:rPr/>
              <a:t>五个队列事件携带同一队列身份；</a:t>
            </a:r>
            <a:r>
              <a:rPr>
                <a:latin typeface="Courier"/>
              </a:rPr>
              <a:t>work_units</a:t>
            </a:r>
            <a:r>
              <a:rPr/>
              <a:t> 是执行器工作单位，不是包数。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eBPF：消费事件与失败隔离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net_queue_poll</a:t>
            </a:r>
            <a:r>
              <a:rPr/>
              <a:t> 示例附着 </a:t>
            </a:r>
            <a:r>
              <a:rPr>
                <a:latin typeface="Courier"/>
              </a:rPr>
              <a:t>net:queue_poll_round</a:t>
            </a:r>
            <a:r>
              <a:rPr/>
              <a:t>，演示 </a:t>
            </a:r>
            <a:r>
              <a:rPr b="1"/>
              <a:t>load → attach → enable → read</a:t>
            </a:r>
            <a:r>
              <a:rPr/>
              <a:t>。</a:t>
            </a:r>
          </a:p>
          <a:p>
            <a:pPr lvl="0"/>
            <a:r>
              <a:rPr/>
              <a:t>静态 tracepoint 避开 Rust 函数内联与符号变化对动态探针的影响；事件名和字段成为维护契约。</a:t>
            </a:r>
          </a:p>
          <a:p>
            <a:pPr lvl="0"/>
            <a:r>
              <a:rPr/>
              <a:t>故障探针防护：内核拷贝使用 nofault 恢复路径；坏地址返回 </a:t>
            </a:r>
            <a:r>
              <a:rPr>
                <a:latin typeface="Courier"/>
              </a:rPr>
              <a:t>-EFAULT</a:t>
            </a:r>
            <a:r>
              <a:rPr/>
              <a:t>，畸形指令流在加载期拒绝，挂点注册失败返回错误。</a:t>
            </a:r>
          </a:p>
          <a:p>
            <a:pPr lvl="0" indent="0" marL="0">
              <a:buNone/>
            </a:pPr>
            <a:r>
              <a:rPr/>
              <a:t>示例程序证明消费链路连通；事件语义由网络栈测试验证。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验证结果与边界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ax-net 单元测试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149 项通过，覆盖事件触发与队列状态边界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QEMU 队列快照与事件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四种配置通过；真实流量读到轮询、帧交接与协议让出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eBPF 冒烟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四架构读回记录；加载、附着、启用、读取链路连通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ax-net 9 项、StarryOS 内核 80 项组合通过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WiFi：</a:t>
            </a:r>
            <a:r>
              <a:rPr/>
              <a:t> 先找出等待放大，再适配 D80，最后用聚合与额度缓存降低每包固定成本。</a:t>
            </a:r>
          </a:p>
          <a:p>
            <a:pPr lvl="0" indent="-342900" marL="342900">
              <a:buAutoNum type="arabicPeriod"/>
            </a:pPr>
            <a:r>
              <a:rPr b="1"/>
              <a:t>结果：</a:t>
            </a:r>
            <a:r>
              <a:rPr/>
              <a:t> 新架构下，上行 </a:t>
            </a:r>
            <a:r>
              <a:rPr b="1"/>
              <a:t>7.30 → 40.0 Mbps</a:t>
            </a:r>
            <a:r>
              <a:rPr/>
              <a:t>，下行 </a:t>
            </a:r>
            <a:r>
              <a:rPr b="1"/>
              <a:t>20.3 → 35.2 Mbps</a:t>
            </a:r>
            <a:r>
              <a:rPr/>
              <a:t>；结果需结合会话波动解读。</a:t>
            </a:r>
          </a:p>
          <a:p>
            <a:pPr lvl="0" indent="-342900" marL="342900">
              <a:buAutoNum type="arabicPeriod"/>
            </a:pPr>
            <a:r>
              <a:rPr b="1"/>
              <a:t>观测：</a:t>
            </a:r>
            <a:r>
              <a:rPr/>
              <a:t> 从接口累计，到队列快照，再到可由 eBPF 消费的状态事件，形成可复用的定位路径。</a:t>
            </a:r>
          </a:p>
          <a:p>
            <a:pPr lvl="0" indent="0" marL="0">
              <a:buNone/>
            </a:pPr>
            <a:r>
              <a:rPr b="1"/>
              <a:t>下一步：</a:t>
            </a:r>
            <a:r>
              <a:rPr/>
              <a:t> 补多轮同口径板测；量化观测开启/关闭的吞吐与 CPU 成本。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87F8C"/>
      </a:accent1>
      <a:accent2>
        <a:srgbClr val="E9903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OSCamp 实习总结</dc:title>
  <dc:creator>刘柯</dc:creator>
  <cp:keywords/>
  <dcterms:created xsi:type="dcterms:W3CDTF">2026-10-02T10:01:49Z</dcterms:created>
  <dcterms:modified xsi:type="dcterms:W3CDTF">2026-10-02T10:01:49Z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SG2002 WiFi 优化与 ax-net 网络观测</vt:lpwstr>
  </property>
</Properties>
</file>